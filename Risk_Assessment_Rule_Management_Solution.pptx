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2D67F7-037E-2807-981C-6B3AFE9A463C}" v="2" dt="2025-10-22T13:21:14.7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TSON Jack" userId="S::jack.watson_uk.thalesgroup.com#ext#@projectingsuccesshack.onmicrosoft.com::a83a9e2b-5caf-40cf-b001-232d2b672f40" providerId="AD" clId="Web-{A72D67F7-037E-2807-981C-6B3AFE9A463C}"/>
    <pc:docChg chg="modSld">
      <pc:chgData name="WATSON Jack" userId="S::jack.watson_uk.thalesgroup.com#ext#@projectingsuccesshack.onmicrosoft.com::a83a9e2b-5caf-40cf-b001-232d2b672f40" providerId="AD" clId="Web-{A72D67F7-037E-2807-981C-6B3AFE9A463C}" dt="2025-10-22T13:21:14.799" v="1" actId="20577"/>
      <pc:docMkLst>
        <pc:docMk/>
      </pc:docMkLst>
      <pc:sldChg chg="modSp">
        <pc:chgData name="WATSON Jack" userId="S::jack.watson_uk.thalesgroup.com#ext#@projectingsuccesshack.onmicrosoft.com::a83a9e2b-5caf-40cf-b001-232d2b672f40" providerId="AD" clId="Web-{A72D67F7-037E-2807-981C-6B3AFE9A463C}" dt="2025-10-22T13:21:14.799" v="1" actId="20577"/>
        <pc:sldMkLst>
          <pc:docMk/>
          <pc:sldMk cId="0" sldId="264"/>
        </pc:sldMkLst>
        <pc:spChg chg="mod">
          <ac:chgData name="WATSON Jack" userId="S::jack.watson_uk.thalesgroup.com#ext#@projectingsuccesshack.onmicrosoft.com::a83a9e2b-5caf-40cf-b001-232d2b672f40" providerId="AD" clId="Web-{A72D67F7-037E-2807-981C-6B3AFE9A463C}" dt="2025-10-22T13:21:14.799" v="1" actId="20577"/>
          <ac:spMkLst>
            <pc:docMk/>
            <pc:sldMk cId="0" sldId="264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Risk Assessment Rule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AI-powered solution for improving risk documentation and rule governance</a:t>
            </a:r>
          </a:p>
          <a:p>
            <a:r>
              <a:t>Date: October 22,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AI-driven system that learns from human expertise to generate, refine, and apply risk assessment rules.</a:t>
            </a:r>
          </a:p>
          <a:p>
            <a:endParaRPr/>
          </a:p>
          <a:p>
            <a:r>
              <a:t>It standardizes and improves risk documentation quality across organizations through three components:</a:t>
            </a:r>
          </a:p>
          <a:p>
            <a:r>
              <a:t>1. Rule Generation and Learning</a:t>
            </a:r>
          </a:p>
          <a:p>
            <a:r>
              <a:t>2. User Risk Entry Agent</a:t>
            </a:r>
          </a:p>
          <a:p>
            <a:r>
              <a:t>3. SME Rule Reviewer Agent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system consists of three integrated modules:</a:t>
            </a:r>
          </a:p>
          <a:p>
            <a:endParaRPr/>
          </a:p>
          <a:p>
            <a:r>
              <a:t>• Rule Generation and Learning — Creates structured rules from expert surveys using AI</a:t>
            </a:r>
          </a:p>
          <a:p>
            <a:r>
              <a:t>• User Risk Entry Agent — Guides users to enter well-formed risks and mitigations</a:t>
            </a:r>
          </a:p>
          <a:p>
            <a:r>
              <a:t>• SME Rule Reviewer Agent — Enables SMEs to refine, edit, and improve rule quality</a:t>
            </a:r>
          </a:p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Rule Generation and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Purpose: Learn from human expertise to create automated rules.</a:t>
            </a:r>
          </a:p>
          <a:p>
            <a:endParaRPr/>
          </a:p>
          <a:p>
            <a:r>
              <a:t>• Uses survey data analyzed by Claude AI</a:t>
            </a:r>
          </a:p>
          <a:p>
            <a:r>
              <a:t>• Generates JSON and text-based rules</a:t>
            </a:r>
          </a:p>
          <a:p>
            <a:r>
              <a:t>• Applies fuzzy matching and LLM merging to deduplicate and improve clarity</a:t>
            </a:r>
          </a:p>
          <a:p>
            <a:r>
              <a:t>• Splits rule data into training, testing, and validation sets</a:t>
            </a:r>
          </a:p>
          <a:p>
            <a:endParaRPr/>
          </a:p>
          <a:p>
            <a:r>
              <a:t>Outputs: generated_rules.json, llm_merged_rules_keywords.json, rules_training/testing/validation.json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User Risk Entry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Purpose: Guide users to create high-quality risk entries.</a:t>
            </a:r>
          </a:p>
          <a:p>
            <a:endParaRPr/>
          </a:p>
          <a:p>
            <a:r>
              <a:t>• Real-time classification of risk descriptions (Good / OK / Poor)</a:t>
            </a:r>
          </a:p>
          <a:p>
            <a:r>
              <a:t>• Keyword matching to validation criteria</a:t>
            </a:r>
          </a:p>
          <a:p>
            <a:r>
              <a:t>• Immediate feedback and improvement suggestions</a:t>
            </a:r>
          </a:p>
          <a:p>
            <a:r>
              <a:t>• Saves results to Excel (DDMMYY_new_risks.xlsx)</a:t>
            </a:r>
          </a:p>
          <a:p>
            <a:endParaRPr/>
          </a:p>
          <a:p>
            <a:r>
              <a:t>Outputs: Classified risk records for reporting and quality improvement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SME Rule Reviewer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Purpose: Enable SMEs to review, refine, and maintain rules.</a:t>
            </a:r>
          </a:p>
          <a:p>
            <a:endParaRPr/>
          </a:p>
          <a:p>
            <a:r>
              <a:t>• CLI-based tool with filtering, editing, and AI improvement suggestions</a:t>
            </a:r>
          </a:p>
          <a:p>
            <a:r>
              <a:t>• Allows additions, deletions, and semantic search</a:t>
            </a:r>
          </a:p>
          <a:p>
            <a:r>
              <a:t>• Tracks all changes and backups automatically</a:t>
            </a:r>
          </a:p>
          <a:p>
            <a:endParaRPr/>
          </a:p>
          <a:p>
            <a:r>
              <a:t>Commands include: list, filter, edit, suggest, search, changes, save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1: Learning from Experts → Generate and merge rules</a:t>
            </a:r>
          </a:p>
          <a:p>
            <a:r>
              <a:t>Phase 2: Rule Refinement → SME review and improvement</a:t>
            </a:r>
          </a:p>
          <a:p>
            <a:r>
              <a:t>Phase 3: User Application → Classification and feedback</a:t>
            </a:r>
          </a:p>
          <a:p>
            <a:r>
              <a:t>Phase 4: Continuous Improvement → Ongoing enhancement via new data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and 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Limitations:</a:t>
            </a:r>
          </a:p>
          <a:p>
            <a:r>
              <a:t>• No dashboards, GUI, or API integration</a:t>
            </a:r>
          </a:p>
          <a:p>
            <a:r>
              <a:t>• Single-user file-based storage</a:t>
            </a:r>
          </a:p>
          <a:p>
            <a:r>
              <a:t>• Requires Anthropic API key for AI features</a:t>
            </a:r>
          </a:p>
          <a:p>
            <a:endParaRPr/>
          </a:p>
          <a:p>
            <a:r>
              <a:t>Future Enhancements:</a:t>
            </a:r>
          </a:p>
          <a:p>
            <a:r>
              <a:t>• Web interface and database backend</a:t>
            </a:r>
          </a:p>
          <a:p>
            <a:r>
              <a:t>• Integration with Jira or ServiceNow</a:t>
            </a:r>
          </a:p>
          <a:p>
            <a:r>
              <a:t>• Automated risk scoring and dashboards</a:t>
            </a:r>
          </a:p>
          <a:p>
            <a:r>
              <a:t>• Machine learning-driven rule optimization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sz="2800"/>
              <a:t>This solution bridges AI and risk governance by:</a:t>
            </a:r>
            <a:endParaRPr lang="en-US" sz="2800">
              <a:ea typeface="Calibri"/>
              <a:cs typeface="Calibri"/>
            </a:endParaRPr>
          </a:p>
          <a:p>
            <a:endParaRPr sz="2800">
              <a:ea typeface="Calibri"/>
              <a:cs typeface="Calibri"/>
            </a:endParaRPr>
          </a:p>
          <a:p>
            <a:r>
              <a:rPr sz="2800"/>
              <a:t>✅ Learning from human expertise</a:t>
            </a:r>
            <a:endParaRPr sz="2800">
              <a:ea typeface="Calibri"/>
              <a:cs typeface="Calibri"/>
            </a:endParaRPr>
          </a:p>
          <a:p>
            <a:r>
              <a:rPr sz="2800"/>
              <a:t>✅ Providing real-time user guidance</a:t>
            </a:r>
            <a:endParaRPr sz="2800">
              <a:ea typeface="Calibri"/>
              <a:cs typeface="Calibri"/>
            </a:endParaRPr>
          </a:p>
          <a:p>
            <a:r>
              <a:rPr sz="2800"/>
              <a:t>✅ Enabling SME-driven rule improvement</a:t>
            </a:r>
            <a:endParaRPr sz="2800">
              <a:ea typeface="Calibri"/>
              <a:cs typeface="Calibri"/>
            </a:endParaRPr>
          </a:p>
          <a:p>
            <a:r>
              <a:rPr sz="2800"/>
              <a:t>✅ Standardizing risk documentation quality</a:t>
            </a:r>
            <a:endParaRPr sz="2800">
              <a:ea typeface="Calibri"/>
              <a:cs typeface="Calibri"/>
            </a:endParaRPr>
          </a:p>
          <a:p>
            <a:endParaRPr sz="2800">
              <a:ea typeface="Calibri"/>
              <a:cs typeface="Calibri"/>
            </a:endParaRPr>
          </a:p>
          <a:p>
            <a:r>
              <a:rPr sz="2800"/>
              <a:t>It complements existing risk systems by focusing on the quality and consistency of risk descriptions.</a:t>
            </a:r>
            <a:endParaRPr sz="28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8C741DC4EA5DD48B20D490F9627989A" ma:contentTypeVersion="13" ma:contentTypeDescription="Create a new document." ma:contentTypeScope="" ma:versionID="b88df47e5f096b8c71c141c9a48e7926">
  <xsd:schema xmlns:xsd="http://www.w3.org/2001/XMLSchema" xmlns:xs="http://www.w3.org/2001/XMLSchema" xmlns:p="http://schemas.microsoft.com/office/2006/metadata/properties" xmlns:ns2="d32a08b4-7b1e-484e-b809-f916bd9548f5" xmlns:ns3="b3e4ee67-0a90-4128-95b7-468bd6b08909" targetNamespace="http://schemas.microsoft.com/office/2006/metadata/properties" ma:root="true" ma:fieldsID="36fba5ceee6c2c884b9d764914cbb9a8" ns2:_="" ns3:_="">
    <xsd:import namespace="d32a08b4-7b1e-484e-b809-f916bd9548f5"/>
    <xsd:import namespace="b3e4ee67-0a90-4128-95b7-468bd6b0890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2a08b4-7b1e-484e-b809-f916bd9548f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eb99308c-3b23-40c9-9646-cca3f7cb729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e4ee67-0a90-4128-95b7-468bd6b08909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dd9f29f0-1646-42dd-919d-e24bfa9f0597}" ma:internalName="TaxCatchAll" ma:showField="CatchAllData" ma:web="b3e4ee67-0a90-4128-95b7-468bd6b0890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32a08b4-7b1e-484e-b809-f916bd9548f5">
      <Terms xmlns="http://schemas.microsoft.com/office/infopath/2007/PartnerControls"/>
    </lcf76f155ced4ddcb4097134ff3c332f>
    <TaxCatchAll xmlns="b3e4ee67-0a90-4128-95b7-468bd6b08909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7B82638-4679-4D62-902D-A9032D5FDAAC}">
  <ds:schemaRefs>
    <ds:schemaRef ds:uri="b3e4ee67-0a90-4128-95b7-468bd6b08909"/>
    <ds:schemaRef ds:uri="d32a08b4-7b1e-484e-b809-f916bd9548f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E1F8E40-6A5D-4F62-B39F-1102C0FE124D}">
  <ds:schemaRefs>
    <ds:schemaRef ds:uri="b3e4ee67-0a90-4128-95b7-468bd6b08909"/>
    <ds:schemaRef ds:uri="d32a08b4-7b1e-484e-b809-f916bd9548f5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E673A88C-F096-4758-99FE-C08C143D290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Risk Assessment Rule Management System</vt:lpstr>
      <vt:lpstr>Executive Summary</vt:lpstr>
      <vt:lpstr>Solution Architecture Overview</vt:lpstr>
      <vt:lpstr>1. Rule Generation and Learning</vt:lpstr>
      <vt:lpstr>2. User Risk Entry Agent</vt:lpstr>
      <vt:lpstr>3. SME Rule Reviewer Agent</vt:lpstr>
      <vt:lpstr>System Workflow</vt:lpstr>
      <vt:lpstr>Limitations and Future Enhancements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revision>1</cp:revision>
  <dcterms:created xsi:type="dcterms:W3CDTF">2013-01-27T09:14:16Z</dcterms:created>
  <dcterms:modified xsi:type="dcterms:W3CDTF">2025-10-22T13:21:44Z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0x01010068C741DC4EA5DD48B20D490F9627989A</vt:lpwstr>
  </property>
  <property fmtid="{D5CDD505-2E9C-101B-9397-08002B2CF9AE}" pid="3" name="MediaServiceImageTags">
    <vt:lpwstr/>
  </property>
</Properties>
</file>